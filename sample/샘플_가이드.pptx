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맑은 고딕"/>
              </a:rPr>
              <a:t>2026 래온셀 배리어 크림 체험단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맑은 고딕"/>
              </a:rPr>
              <a:t>크리에이터 콘텐츠 가이드 v1.2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래온셀 마케팅팀 ·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1. 캠페인 개요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내용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캠페인명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2026 래온셀 배리어 크림 체험단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2026년 3월 16일 ~ 5월 10일 (8주)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타깃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20대 후반~30대 초반 직장인. 환절기 속건조와 잦은 화장 들뜸으로 고민하는 층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모집 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블로그 20명 / 인스타그램 30명 / 영상 8명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콘텐츠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1인당 4회차 (주 1회 업로드)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2. 플랫폼별 필수 기준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플랫폼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최소 글자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최소 이미지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최소 영상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제출 형식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블로그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3,000자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15장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해당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.docx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인스타그램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800자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6장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영상 1개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.pptx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영상 기획안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500자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해당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영상 1개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.xlsx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6576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· 글자 수는 해시태그와 광고 고지 문구를 제외하고 셉니다.</a:t>
            </a:r>
          </a:p>
          <a:p>
            <a:r>
              <a:rPr sz="1200" b="0">
                <a:latin typeface="맑은 고딕"/>
              </a:rPr>
              <a:t>· 이미지는 본인이 직접 촬영한 것만 인정합니다. 제공 이미지 사용은 별도 협의.</a:t>
            </a:r>
          </a:p>
          <a:p>
            <a:r>
              <a:rPr sz="1200" b="0">
                <a:latin typeface="맑은 고딕"/>
              </a:rPr>
              <a:t>· 영상 기획안은 씬 단위로 나눠 제출해 주세요.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3. 광고 고지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맑은 고딕"/>
              </a:rPr>
              <a:t>모든 콘텐츠 본문 상단에 아래 문구를 그대로 넣어 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맑은 고딕"/>
              </a:rPr>
              <a:t>본 콘텐츠는 래온셀로부터 제품을 제공받아 작성되었습니다.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· 본문 시작 400자 안에 있어야 합니다.</a:t>
            </a:r>
          </a:p>
          <a:p>
            <a:r>
              <a:rPr sz="1200" b="0">
                <a:latin typeface="맑은 고딕"/>
              </a:rPr>
              <a:t>· 더보기 버튼에 가려지지 않도록 첫 문단에 배치해 주세요.</a:t>
            </a:r>
          </a:p>
          <a:p>
            <a:r>
              <a:rPr sz="1200" b="0">
                <a:latin typeface="맑은 고딕"/>
              </a:rPr>
              <a:t>· 표기 방식은 플랫폼 정책을 따르되, 문구 내용은 위와 동일해야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4. 제품명 표기법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올바른 표기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잘못된 표기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래온셀 배리어 크림 (O)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래온쉘 (X) / 래온셀크림 (X) / 래온셀 베리어 크림 (X)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딥배리어 세럼 (O)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딥베리어 세럼 (X) / 딥 배리어세럼 (X)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브랜드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래온셀 (O) / RAEONCELL (O)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라온쎌 (X) / 라온 셀 (X)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기능명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딥배리어 / 트리플히알론 / 시카리페어 / 나이트리커버리 / 마이크로수분캡슐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띄어 쓰지 마세요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749039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※ 기능명은 모두 붙여 씁니다. 맞춤법 검사기가 띄어쓰기를 제안해도 그대로 두세요.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5. 필수 고지 문구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아래 기능을 언급하면 같은 게시물 안에 해당 문구를 반드시 함께 넣어 주세요.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12064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기능명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필수 고지 문구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[딥배리어]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* 개인의 피부 상태와 사용 환경에 따라 체감 효과가 다를 수 있습니다.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[트리플히알론]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* 보습 지속 시간은 자사 시험 조건 기준이며 실제 사용 환경에 따라 달라질 수 있습니다.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[시카리페어]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* 진정은 화장품의 일반적인 사용감을 의미하며 의학적 치료 효과가 아닙니다.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[나이트리커버리]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* 피부 결 개선은 화장품법상 기능성 심사를 받은 범위에 한합니다.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· 문구 앞에는 * 를 붙이고, 그 위에 [기능명]을 표기합니다.</a:t>
            </a:r>
          </a:p>
          <a:p>
            <a:r>
              <a:rPr sz="1200" b="0">
                <a:latin typeface="맑은 고딕"/>
              </a:rPr>
              <a:t>· 문구는 한 글자도 바꾸지 말고 그대로 옮겨 주세요.</a:t>
            </a:r>
          </a:p>
          <a:p>
            <a:r>
              <a:rPr sz="1200" b="0">
                <a:latin typeface="맑은 고딕"/>
              </a:rPr>
              <a:t>· 같은 문구를 한 게시물에 두 번 넣지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6. 사용 금지 문구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아래 문구는 이전 시즌 문구이거나 실증 자료가 없어 사용할 수 없습니다.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금지 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사유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* 임상시험에서 피부 재생률 98% 개선이 확인되었습니다.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실증 자료 미보유. 수치 표현 불가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* 민감성 피부도 부작용 없이 사용 가능합니다.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부작용 없음은 화장품 광고에 쓸 수 없는 표현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다음 표현도 피해 주세요 — 세계 최초, 국내 최초, 국내 유일, 업계 1위, 판매 1위, 압도적, 완벽한, 완벽하게, 부작용 없는, 무해한, 100% 천연, 무독성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7. 해시태그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87680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조건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#래온셀 #래온셀배리어크림 #딥배리어세럼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3개 모두 포함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#속건조 #환절기스킨케어 #수분장벽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최소 1개 이상 포함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9260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latin typeface="맑은 고딕"/>
              </a:rPr>
              <a:t>· 필수 태그는 본문 마지막 문단에 모아 주세요.</a:t>
            </a:r>
          </a:p>
          <a:p>
            <a:r>
              <a:rPr sz="1200" b="0">
                <a:latin typeface="맑은 고딕"/>
              </a:rPr>
              <a:t>· 다른 브랜드 태그는 넣지 말아 주세요.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8. 회차별 주제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5156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58368"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회차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주제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맑은 고딕"/>
                        </a:rPr>
                        <a:t>핵심 기능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1주차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첫인상과 제형 소개. 개봉부터 첫 사용까지의 과정을 담고, 왜 이 제품을 쓰게 됐는지 본인 피부 고민과 연결할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딥배리어, 마이크로수분캡슐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2주차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2주 사용 후기. 아침저녁 루틴에서 언제 어떻게 썼는지 구체적으로. 변화가 없었다면 없었다고 써도 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트리플히알론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3주차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데일리 루틴 접목. 기존에 쓰던 다른 단계 제품과 어떻게 조합했는지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시카리페어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4주차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최종 후기와 재구매 의사. 아쉬운 점도 반드시 한 가지 이상 포함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맑은 고딕"/>
                        </a:rPr>
                        <a:t>나이트리커버리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9. 촬영 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맑은 고딕"/>
              </a:rPr>
              <a:t>· 타사 제품·로고가 함께 찍히지 않았는지</a:t>
            </a:r>
          </a:p>
          <a:p>
            <a:r>
              <a:rPr sz="1400" b="0">
                <a:latin typeface="맑은 고딕"/>
              </a:rPr>
              <a:t>· 제품 라벨과 용기 표기가 가려지지 않았는지</a:t>
            </a:r>
          </a:p>
          <a:p>
            <a:r>
              <a:rPr sz="1400" b="0">
                <a:latin typeface="맑은 고딕"/>
              </a:rPr>
              <a:t>· 사용 전후 비교 컷으로 오인될 구도가 아닌지</a:t>
            </a:r>
          </a:p>
          <a:p>
            <a:r>
              <a:rPr sz="1400" b="0">
                <a:latin typeface="맑은 고딕"/>
              </a:rPr>
              <a:t>· 과도한 보정으로 피부 표현이 왜곡되지 않았는지</a:t>
            </a:r>
          </a:p>
          <a:p>
            <a:r>
              <a:rPr sz="1400" b="0">
                <a:latin typeface="맑은 고딕"/>
              </a:rPr>
              <a:t>· 자연광에서 촬영해 주시고 색보정 필터는 최소한으로 부탁드립니다.</a:t>
            </a:r>
          </a:p>
          <a:p>
            <a:r>
              <a:rPr sz="1400" b="0">
                <a:latin typeface="맑은 고딕"/>
              </a:rPr>
              <a:t>· 제품이 화면에서 잘리거나 기울지 않게 수평을 맞춰 주세요.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맑은 고딕"/>
              </a:rPr>
              <a:t>10. 타 브랜드 언급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맑은 고딕"/>
              </a:rPr>
              <a:t>본문과 사진 어디에도 타 브랜드가 드러나지 않게 해 주세요.</a:t>
            </a:r>
          </a:p>
          <a:p/>
          <a:p>
            <a:r>
              <a:rPr sz="1400" b="0">
                <a:latin typeface="맑은 고딕"/>
              </a:rPr>
              <a:t>특히 이번 캠페인에서 주의할 브랜드</a:t>
            </a:r>
          </a:p>
          <a:p>
            <a:r>
              <a:rPr sz="1400" b="0">
                <a:latin typeface="맑은 고딕"/>
              </a:rPr>
              <a:t>비오나르, BIONARR, 셀피오, CELPIO, 아쿠아벨, AQUABELLE, 더마루체</a:t>
            </a:r>
          </a:p>
          <a:p/>
          <a:p>
            <a:r>
              <a:rPr sz="1400" b="0">
                <a:latin typeface="맑은 고딕"/>
              </a:rPr>
              <a:t>· 화장대 컷을 찍을 때 다른 브랜드 용기가 함께 나오지 않는지 확인해 주세요.</a:t>
            </a:r>
          </a:p>
          <a:p>
            <a:r>
              <a:rPr sz="1400" b="0">
                <a:latin typeface="맑은 고딕"/>
              </a:rPr>
              <a:t>· 비교 표현(A보다 좋다, B와 달리)은 직접·간접 모두 사용할 수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
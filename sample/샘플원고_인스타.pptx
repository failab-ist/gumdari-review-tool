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latin typeface="맑은 고딕"/>
              </a:rPr>
              <a:t>2026 래온셀 배리어 크림 체험단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맑은 고딕"/>
              </a:rPr>
              <a:t>인스타그램 2주차 원고 취합본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제출 3명 · 담당 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맑은 고딕"/>
              </a:rPr>
              <a:t>dayli_seo님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맑은 고딕"/>
              </a:rPr>
              <a:t>2주차 원고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맑은 고딕"/>
              </a:rPr>
              <a:t>dayli_seo님 — 2주차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1965960">
                <a:tc>
                  <a:txBody>
                    <a:bodyPr/>
                    <a:lstStyle/>
                    <a:p>
                      <a:r>
                        <a:rPr sz="1000" b="1">
                          <a:latin typeface="맑은 고딕"/>
                        </a:rPr>
                        <a:t>본문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맑은 고딕"/>
                        </a:rPr>
                        <a:t>필수 고지 문구</a:t>
                      </a:r>
                    </a:p>
                  </a:txBody>
                  <a:tcPr/>
                </a:tc>
              </a:tr>
              <a:tr h="1965960">
                <a:tc>
                  <a:txBody>
                    <a:bodyPr/>
                    <a:lstStyle/>
                    <a:p>
                      <a:r>
                        <a:rPr sz="1000" b="0">
                          <a:latin typeface="맑은 고딕"/>
                        </a:rPr>
                        <a:t>본 콘텐츠는 래온셀로부터 제품을 제공받아 작성되었습니다.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환절기마다 볼이 당겨서 크림만 세 번째 바꾸는 중.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이번엔 래온셀 배리어 크림으로 정착할 것 같아요.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제형이 꾸덕한데 문지르면 바로 풀려서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아침에 화장 전에 발라도 밀리지 않아요.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밤에 두껍게 올리고 자면 다음날 아침이 확실히 달라요.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2주째 쓰는 중인데 아직은 만족합니다.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#래온셀 #래온셀배리어크림 #딥배리어세럼 #속건조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맑은 고딕"/>
                        </a:rPr>
                        <a:t>[딥배리어]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* 개인의 피부 상태와 사용 환경에 따라 체감 효과가 다를 수 있습니다.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50292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이미지 순서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수정 요청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01번 제품 단독컷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02번 제형 손등컷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03번 화장대 배치컷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04번 사용 장면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05번 아침 루틴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06번 마무리컷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맑은 고딕"/>
              </a:rPr>
              <a:t>min_skincare님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맑은 고딕"/>
              </a:rPr>
              <a:t>2주차 원고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맑은 고딕"/>
              </a:rPr>
              <a:t>min_skincare님 — 2주차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1965960">
                <a:tc>
                  <a:txBody>
                    <a:bodyPr/>
                    <a:lstStyle/>
                    <a:p>
                      <a:r>
                        <a:rPr sz="1000" b="1">
                          <a:latin typeface="맑은 고딕"/>
                        </a:rPr>
                        <a:t>본문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맑은 고딕"/>
                        </a:rPr>
                        <a:t>필수 고지 문구</a:t>
                      </a:r>
                    </a:p>
                  </a:txBody>
                  <a:tcPr/>
                </a:tc>
              </a:tr>
              <a:tr h="1965960">
                <a:tc>
                  <a:txBody>
                    <a:bodyPr/>
                    <a:lstStyle/>
                    <a:p>
                      <a:r>
                        <a:rPr sz="1000" b="0">
                          <a:latin typeface="맑은 고딕"/>
                        </a:rPr>
                        <a:t>본 콘텐츠는 래온셀로부터 제품을 제공받아 작성되었습니다.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속건조 심한 편이라 세럼을 늘 같이 써요.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이번에 받은 딥베리어 세럼이랑 배리어 크림 같이 써봤습니다.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트리플히알론이 들어 있다고 해서 기대했는데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확실히 겉돌지 않고 흡수가 빨라요.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저녁에 바르고 자면 아침까지 촉촉함이 남습니다.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#래온셀 #속건조 #수분장벽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맑은 고딕"/>
                        </a:rPr>
                        <a:t>(없음)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50292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이미지 순서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수정 요청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01번 세럼+크림 함께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02번 제형 비교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03번 밤 루틴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04번 아침 피부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맑은 고딕"/>
              </a:rPr>
              <a:t>hyunwoo.log님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맑은 고딕"/>
              </a:rPr>
              <a:t>2주차 원고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맑은 고딕"/>
              </a:rPr>
              <a:t>hyunwoo.log님 — 2주차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1965960">
                <a:tc>
                  <a:txBody>
                    <a:bodyPr/>
                    <a:lstStyle/>
                    <a:p>
                      <a:r>
                        <a:rPr sz="1000" b="1">
                          <a:latin typeface="맑은 고딕"/>
                        </a:rPr>
                        <a:t>본문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맑은 고딕"/>
                        </a:rPr>
                        <a:t>필수 고지 문구</a:t>
                      </a:r>
                    </a:p>
                  </a:txBody>
                  <a:tcPr/>
                </a:tc>
              </a:tr>
              <a:tr h="1965960">
                <a:tc>
                  <a:txBody>
                    <a:bodyPr/>
                    <a:lstStyle/>
                    <a:p>
                      <a:r>
                        <a:rPr sz="1000" b="0">
                          <a:latin typeface="맑은 고딕"/>
                        </a:rPr>
                        <a:t>환절기 스킨케어 바꾼 후기 남겨요.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예전에 셀피오 크림 쓸 땐 오후만 되면 각질이 일어났는데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래온셀 배리어 크림으로 바꾸고 나서 그게 없어졌어요.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시카리페어 덕분인지 붉은기도 줄어든 느낌.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제가 써본 것 중에 압도적으로 좋았습니다.</a:t>
                      </a:r>
                    </a:p>
                    <a:p/>
                    <a:p>
                      <a:r>
                        <a:rPr sz="1000" b="0">
                          <a:latin typeface="맑은 고딕"/>
                        </a:rPr>
                        <a:t>#래온셀 #래온셀배리어크림 #딥배리어세럼 #환절기스킨케어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맑은 고딕"/>
                        </a:rPr>
                        <a:t>[시카리페어]</a:t>
                      </a:r>
                    </a:p>
                    <a:p>
                      <a:r>
                        <a:rPr sz="1000" b="0">
                          <a:latin typeface="맑은 고딕"/>
                        </a:rPr>
                        <a:t>* 진정은 화장품의 일반적인 사용감을 의미하며 의학적 치료 효과가 아닙니다.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50292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이미지 순서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수정 요청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01번 제품컷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02번 사용 전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03번 사용 후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04번 루틴 전체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05번 텍스처</a:t>
                      </a:r>
                    </a:p>
                    <a:p>
                      <a:r>
                        <a:rPr sz="900" b="0">
                          <a:latin typeface="맑은 고딕"/>
                        </a:rPr>
                        <a:t>06번 마무리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